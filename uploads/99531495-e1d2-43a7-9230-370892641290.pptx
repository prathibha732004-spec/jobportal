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CFCA49-828B-4020-9285-6CD8619CB528}" v="56" dt="2026-04-15T05:36:06.0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162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thibha M" userId="ac679b81af15d733" providerId="LiveId" clId="{4DDE42C9-A934-4D7F-8708-432F2A44FB14}"/>
    <pc:docChg chg="undo custSel addSld delSld modSld modMainMaster modNotesMaster">
      <pc:chgData name="Prathibha M" userId="ac679b81af15d733" providerId="LiveId" clId="{4DDE42C9-A934-4D7F-8708-432F2A44FB14}" dt="2026-04-15T05:36:54.116" v="1239" actId="20577"/>
      <pc:docMkLst>
        <pc:docMk/>
      </pc:docMkLst>
      <pc:sldChg chg="addSp delSp modSp mod">
        <pc:chgData name="Prathibha M" userId="ac679b81af15d733" providerId="LiveId" clId="{4DDE42C9-A934-4D7F-8708-432F2A44FB14}" dt="2026-04-15T05:30:36.860" v="1226" actId="20577"/>
        <pc:sldMkLst>
          <pc:docMk/>
          <pc:sldMk cId="4103616880" sldId="256"/>
        </pc:sldMkLst>
        <pc:spChg chg="del mod">
          <ac:chgData name="Prathibha M" userId="ac679b81af15d733" providerId="LiveId" clId="{4DDE42C9-A934-4D7F-8708-432F2A44FB14}" dt="2026-04-15T05:24:03.733" v="875" actId="21"/>
          <ac:spMkLst>
            <pc:docMk/>
            <pc:sldMk cId="4103616880" sldId="256"/>
            <ac:spMk id="2" creationId="{C4067929-853D-5A65-AC8C-082E2CA8BBCE}"/>
          </ac:spMkLst>
        </pc:spChg>
        <pc:spChg chg="mod">
          <ac:chgData name="Prathibha M" userId="ac679b81af15d733" providerId="LiveId" clId="{4DDE42C9-A934-4D7F-8708-432F2A44FB14}" dt="2026-04-15T05:30:36.860" v="1226" actId="20577"/>
          <ac:spMkLst>
            <pc:docMk/>
            <pc:sldMk cId="4103616880" sldId="256"/>
            <ac:spMk id="3" creationId="{8129CC38-F327-0922-8C0D-CD4D905C9BB8}"/>
          </ac:spMkLst>
        </pc:spChg>
        <pc:spChg chg="add del mod">
          <ac:chgData name="Prathibha M" userId="ac679b81af15d733" providerId="LiveId" clId="{4DDE42C9-A934-4D7F-8708-432F2A44FB14}" dt="2026-04-15T05:18:42.244" v="763" actId="21"/>
          <ac:spMkLst>
            <pc:docMk/>
            <pc:sldMk cId="4103616880" sldId="256"/>
            <ac:spMk id="5" creationId="{33921F9A-7A88-76B9-A796-F8068D1EB80A}"/>
          </ac:spMkLst>
        </pc:spChg>
        <pc:picChg chg="add mod">
          <ac:chgData name="Prathibha M" userId="ac679b81af15d733" providerId="LiveId" clId="{4DDE42C9-A934-4D7F-8708-432F2A44FB14}" dt="2026-04-15T05:24:13.181" v="877" actId="14100"/>
          <ac:picMkLst>
            <pc:docMk/>
            <pc:sldMk cId="4103616880" sldId="256"/>
            <ac:picMk id="4" creationId="{5761C5B2-88DA-B9EF-5274-B47B0C1934CC}"/>
          </ac:picMkLst>
        </pc:picChg>
      </pc:sldChg>
      <pc:sldChg chg="addSp delSp modSp new mod modClrScheme chgLayout">
        <pc:chgData name="Prathibha M" userId="ac679b81af15d733" providerId="LiveId" clId="{4DDE42C9-A934-4D7F-8708-432F2A44FB14}" dt="2026-04-15T04:59:21.860" v="536" actId="12"/>
        <pc:sldMkLst>
          <pc:docMk/>
          <pc:sldMk cId="755243246" sldId="257"/>
        </pc:sldMkLst>
        <pc:spChg chg="add mod">
          <ac:chgData name="Prathibha M" userId="ac679b81af15d733" providerId="LiveId" clId="{4DDE42C9-A934-4D7F-8708-432F2A44FB14}" dt="2026-04-15T04:34:49.872" v="140" actId="767"/>
          <ac:spMkLst>
            <pc:docMk/>
            <pc:sldMk cId="755243246" sldId="257"/>
            <ac:spMk id="2" creationId="{662734F6-F050-EF38-C516-3F9BEA31D5E4}"/>
          </ac:spMkLst>
        </pc:spChg>
        <pc:spChg chg="add del mod">
          <ac:chgData name="Prathibha M" userId="ac679b81af15d733" providerId="LiveId" clId="{4DDE42C9-A934-4D7F-8708-432F2A44FB14}" dt="2026-04-15T04:35:13.415" v="143"/>
          <ac:spMkLst>
            <pc:docMk/>
            <pc:sldMk cId="755243246" sldId="257"/>
            <ac:spMk id="3" creationId="{69E7AFBC-7273-551C-716C-C6552DDC9E79}"/>
          </ac:spMkLst>
        </pc:spChg>
        <pc:spChg chg="add del mod">
          <ac:chgData name="Prathibha M" userId="ac679b81af15d733" providerId="LiveId" clId="{4DDE42C9-A934-4D7F-8708-432F2A44FB14}" dt="2026-04-15T04:40:35.649" v="179" actId="21"/>
          <ac:spMkLst>
            <pc:docMk/>
            <pc:sldMk cId="755243246" sldId="257"/>
            <ac:spMk id="4" creationId="{AB86FDD7-76E5-9268-D833-C769ECC38338}"/>
          </ac:spMkLst>
        </pc:spChg>
        <pc:spChg chg="add del mod ord">
          <ac:chgData name="Prathibha M" userId="ac679b81af15d733" providerId="LiveId" clId="{4DDE42C9-A934-4D7F-8708-432F2A44FB14}" dt="2026-04-15T04:40:37.083" v="180" actId="700"/>
          <ac:spMkLst>
            <pc:docMk/>
            <pc:sldMk cId="755243246" sldId="257"/>
            <ac:spMk id="5" creationId="{8BE0F288-C451-593F-8493-8ECE2FC55FEE}"/>
          </ac:spMkLst>
        </pc:spChg>
        <pc:spChg chg="add mod ord">
          <ac:chgData name="Prathibha M" userId="ac679b81af15d733" providerId="LiveId" clId="{4DDE42C9-A934-4D7F-8708-432F2A44FB14}" dt="2026-04-15T04:51:27.647" v="348"/>
          <ac:spMkLst>
            <pc:docMk/>
            <pc:sldMk cId="755243246" sldId="257"/>
            <ac:spMk id="6" creationId="{19A5100C-D80A-BB0D-4AF7-2778BE44A531}"/>
          </ac:spMkLst>
        </pc:spChg>
        <pc:spChg chg="add mod ord">
          <ac:chgData name="Prathibha M" userId="ac679b81af15d733" providerId="LiveId" clId="{4DDE42C9-A934-4D7F-8708-432F2A44FB14}" dt="2026-04-15T04:59:21.860" v="536" actId="12"/>
          <ac:spMkLst>
            <pc:docMk/>
            <pc:sldMk cId="755243246" sldId="257"/>
            <ac:spMk id="7" creationId="{2C8B508C-2A5C-1A07-5C1D-A2C71A182267}"/>
          </ac:spMkLst>
        </pc:spChg>
      </pc:sldChg>
      <pc:sldChg chg="new del">
        <pc:chgData name="Prathibha M" userId="ac679b81af15d733" providerId="LiveId" clId="{4DDE42C9-A934-4D7F-8708-432F2A44FB14}" dt="2026-04-15T04:31:19.402" v="135" actId="2696"/>
        <pc:sldMkLst>
          <pc:docMk/>
          <pc:sldMk cId="899643123" sldId="257"/>
        </pc:sldMkLst>
      </pc:sldChg>
      <pc:sldChg chg="addSp modSp new mod">
        <pc:chgData name="Prathibha M" userId="ac679b81af15d733" providerId="LiveId" clId="{4DDE42C9-A934-4D7F-8708-432F2A44FB14}" dt="2026-04-15T05:08:27.126" v="627"/>
        <pc:sldMkLst>
          <pc:docMk/>
          <pc:sldMk cId="9563091" sldId="258"/>
        </pc:sldMkLst>
        <pc:spChg chg="mod">
          <ac:chgData name="Prathibha M" userId="ac679b81af15d733" providerId="LiveId" clId="{4DDE42C9-A934-4D7F-8708-432F2A44FB14}" dt="2026-04-15T05:08:27.126" v="627"/>
          <ac:spMkLst>
            <pc:docMk/>
            <pc:sldMk cId="9563091" sldId="258"/>
            <ac:spMk id="2" creationId="{F153A84D-2AE5-1BD8-CAC2-17D9B1510BFE}"/>
          </ac:spMkLst>
        </pc:spChg>
        <pc:spChg chg="mod">
          <ac:chgData name="Prathibha M" userId="ac679b81af15d733" providerId="LiveId" clId="{4DDE42C9-A934-4D7F-8708-432F2A44FB14}" dt="2026-04-15T04:57:23.609" v="528" actId="20577"/>
          <ac:spMkLst>
            <pc:docMk/>
            <pc:sldMk cId="9563091" sldId="258"/>
            <ac:spMk id="3" creationId="{AEF1AB6A-EA77-FD62-3E85-4F1D73CC1B85}"/>
          </ac:spMkLst>
        </pc:spChg>
        <pc:spChg chg="add mod">
          <ac:chgData name="Prathibha M" userId="ac679b81af15d733" providerId="LiveId" clId="{4DDE42C9-A934-4D7F-8708-432F2A44FB14}" dt="2026-04-15T04:52:26.575" v="353" actId="207"/>
          <ac:spMkLst>
            <pc:docMk/>
            <pc:sldMk cId="9563091" sldId="258"/>
            <ac:spMk id="4" creationId="{CB868151-4482-D1E3-5157-91617B178489}"/>
          </ac:spMkLst>
        </pc:spChg>
      </pc:sldChg>
      <pc:sldChg chg="new del">
        <pc:chgData name="Prathibha M" userId="ac679b81af15d733" providerId="LiveId" clId="{4DDE42C9-A934-4D7F-8708-432F2A44FB14}" dt="2026-04-15T04:31:15.866" v="134" actId="2696"/>
        <pc:sldMkLst>
          <pc:docMk/>
          <pc:sldMk cId="1376633815" sldId="258"/>
        </pc:sldMkLst>
      </pc:sldChg>
      <pc:sldChg chg="addSp delSp modSp new mod">
        <pc:chgData name="Prathibha M" userId="ac679b81af15d733" providerId="LiveId" clId="{4DDE42C9-A934-4D7F-8708-432F2A44FB14}" dt="2026-04-15T05:08:39.967" v="628"/>
        <pc:sldMkLst>
          <pc:docMk/>
          <pc:sldMk cId="2684783635" sldId="259"/>
        </pc:sldMkLst>
        <pc:spChg chg="mod">
          <ac:chgData name="Prathibha M" userId="ac679b81af15d733" providerId="LiveId" clId="{4DDE42C9-A934-4D7F-8708-432F2A44FB14}" dt="2026-04-15T05:08:39.967" v="628"/>
          <ac:spMkLst>
            <pc:docMk/>
            <pc:sldMk cId="2684783635" sldId="259"/>
            <ac:spMk id="2" creationId="{DE7417E1-09D6-5008-A16A-EF91BE59D469}"/>
          </ac:spMkLst>
        </pc:spChg>
        <pc:spChg chg="del">
          <ac:chgData name="Prathibha M" userId="ac679b81af15d733" providerId="LiveId" clId="{4DDE42C9-A934-4D7F-8708-432F2A44FB14}" dt="2026-04-15T04:54:29.585" v="374"/>
          <ac:spMkLst>
            <pc:docMk/>
            <pc:sldMk cId="2684783635" sldId="259"/>
            <ac:spMk id="3" creationId="{28B86E96-79D0-8520-3264-A2DE22553110}"/>
          </ac:spMkLst>
        </pc:spChg>
        <pc:spChg chg="add mod">
          <ac:chgData name="Prathibha M" userId="ac679b81af15d733" providerId="LiveId" clId="{4DDE42C9-A934-4D7F-8708-432F2A44FB14}" dt="2026-04-15T04:56:18.235" v="435" actId="20577"/>
          <ac:spMkLst>
            <pc:docMk/>
            <pc:sldMk cId="2684783635" sldId="259"/>
            <ac:spMk id="4" creationId="{66521DF3-EACF-6BEF-1C0C-DF1547659FC5}"/>
          </ac:spMkLst>
        </pc:spChg>
        <pc:spChg chg="add mod">
          <ac:chgData name="Prathibha M" userId="ac679b81af15d733" providerId="LiveId" clId="{4DDE42C9-A934-4D7F-8708-432F2A44FB14}" dt="2026-04-15T05:03:28.741" v="573" actId="207"/>
          <ac:spMkLst>
            <pc:docMk/>
            <pc:sldMk cId="2684783635" sldId="259"/>
            <ac:spMk id="5" creationId="{54C6DE20-0994-4C64-07DF-9797A47E3575}"/>
          </ac:spMkLst>
        </pc:spChg>
      </pc:sldChg>
      <pc:sldChg chg="addSp modSp new mod">
        <pc:chgData name="Prathibha M" userId="ac679b81af15d733" providerId="LiveId" clId="{4DDE42C9-A934-4D7F-8708-432F2A44FB14}" dt="2026-04-15T05:36:54.116" v="1239" actId="20577"/>
        <pc:sldMkLst>
          <pc:docMk/>
          <pc:sldMk cId="2801487668" sldId="260"/>
        </pc:sldMkLst>
        <pc:spChg chg="mod">
          <ac:chgData name="Prathibha M" userId="ac679b81af15d733" providerId="LiveId" clId="{4DDE42C9-A934-4D7F-8708-432F2A44FB14}" dt="2026-04-15T05:08:02.349" v="625" actId="1076"/>
          <ac:spMkLst>
            <pc:docMk/>
            <pc:sldMk cId="2801487668" sldId="260"/>
            <ac:spMk id="2" creationId="{67FD634B-5DF0-1755-AA73-6AD20232826B}"/>
          </ac:spMkLst>
        </pc:spChg>
        <pc:spChg chg="mod">
          <ac:chgData name="Prathibha M" userId="ac679b81af15d733" providerId="LiveId" clId="{4DDE42C9-A934-4D7F-8708-432F2A44FB14}" dt="2026-04-15T05:36:54.116" v="1239" actId="20577"/>
          <ac:spMkLst>
            <pc:docMk/>
            <pc:sldMk cId="2801487668" sldId="260"/>
            <ac:spMk id="3" creationId="{9F98189F-EED8-3C9F-B902-2A82CE4C6FBC}"/>
          </ac:spMkLst>
        </pc:spChg>
        <pc:spChg chg="add mod">
          <ac:chgData name="Prathibha M" userId="ac679b81af15d733" providerId="LiveId" clId="{4DDE42C9-A934-4D7F-8708-432F2A44FB14}" dt="2026-04-15T05:03:58.221" v="575" actId="207"/>
          <ac:spMkLst>
            <pc:docMk/>
            <pc:sldMk cId="2801487668" sldId="260"/>
            <ac:spMk id="4" creationId="{8A43E2B6-DFBC-94FC-1470-AEDED185E146}"/>
          </ac:spMkLst>
        </pc:spChg>
      </pc:sldChg>
      <pc:sldChg chg="addSp delSp modSp new mod">
        <pc:chgData name="Prathibha M" userId="ac679b81af15d733" providerId="LiveId" clId="{4DDE42C9-A934-4D7F-8708-432F2A44FB14}" dt="2026-04-15T05:08:52.837" v="629"/>
        <pc:sldMkLst>
          <pc:docMk/>
          <pc:sldMk cId="1863872374" sldId="261"/>
        </pc:sldMkLst>
        <pc:spChg chg="mod">
          <ac:chgData name="Prathibha M" userId="ac679b81af15d733" providerId="LiveId" clId="{4DDE42C9-A934-4D7F-8708-432F2A44FB14}" dt="2026-04-15T05:08:52.837" v="629"/>
          <ac:spMkLst>
            <pc:docMk/>
            <pc:sldMk cId="1863872374" sldId="261"/>
            <ac:spMk id="2" creationId="{198C18F0-7379-E756-695B-6F8D3DDF3A10}"/>
          </ac:spMkLst>
        </pc:spChg>
        <pc:spChg chg="del">
          <ac:chgData name="Prathibha M" userId="ac679b81af15d733" providerId="LiveId" clId="{4DDE42C9-A934-4D7F-8708-432F2A44FB14}" dt="2026-04-15T05:05:09.068" v="595"/>
          <ac:spMkLst>
            <pc:docMk/>
            <pc:sldMk cId="1863872374" sldId="261"/>
            <ac:spMk id="3" creationId="{342601C6-E4D3-C795-A6E6-E7D56D46F861}"/>
          </ac:spMkLst>
        </pc:spChg>
        <pc:spChg chg="add mod">
          <ac:chgData name="Prathibha M" userId="ac679b81af15d733" providerId="LiveId" clId="{4DDE42C9-A934-4D7F-8708-432F2A44FB14}" dt="2026-04-15T05:06:40.636" v="605" actId="1076"/>
          <ac:spMkLst>
            <pc:docMk/>
            <pc:sldMk cId="1863872374" sldId="261"/>
            <ac:spMk id="4" creationId="{95F4633C-B704-6D47-E7E2-0B89B5EB9DE1}"/>
          </ac:spMkLst>
        </pc:spChg>
        <pc:spChg chg="add del">
          <ac:chgData name="Prathibha M" userId="ac679b81af15d733" providerId="LiveId" clId="{4DDE42C9-A934-4D7F-8708-432F2A44FB14}" dt="2026-04-15T05:06:05.837" v="602" actId="11529"/>
          <ac:spMkLst>
            <pc:docMk/>
            <pc:sldMk cId="1863872374" sldId="261"/>
            <ac:spMk id="5" creationId="{994B6AC8-4917-5535-474C-90AC92CC8475}"/>
          </ac:spMkLst>
        </pc:spChg>
        <pc:spChg chg="add mod">
          <ac:chgData name="Prathibha M" userId="ac679b81af15d733" providerId="LiveId" clId="{4DDE42C9-A934-4D7F-8708-432F2A44FB14}" dt="2026-04-15T05:06:23.205" v="604" actId="207"/>
          <ac:spMkLst>
            <pc:docMk/>
            <pc:sldMk cId="1863872374" sldId="261"/>
            <ac:spMk id="6" creationId="{6BCC827B-2312-14BF-265C-61C53D3C799A}"/>
          </ac:spMkLst>
        </pc:spChg>
      </pc:sldChg>
      <pc:sldChg chg="addSp delSp modSp new mod">
        <pc:chgData name="Prathibha M" userId="ac679b81af15d733" providerId="LiveId" clId="{4DDE42C9-A934-4D7F-8708-432F2A44FB14}" dt="2026-04-15T05:10:45.497" v="643" actId="207"/>
        <pc:sldMkLst>
          <pc:docMk/>
          <pc:sldMk cId="927273402" sldId="262"/>
        </pc:sldMkLst>
        <pc:spChg chg="add del mod">
          <ac:chgData name="Prathibha M" userId="ac679b81af15d733" providerId="LiveId" clId="{4DDE42C9-A934-4D7F-8708-432F2A44FB14}" dt="2026-04-15T05:09:26.967" v="636"/>
          <ac:spMkLst>
            <pc:docMk/>
            <pc:sldMk cId="927273402" sldId="262"/>
            <ac:spMk id="2" creationId="{D0EA3707-A00B-40CA-8F53-2469A59F271F}"/>
          </ac:spMkLst>
        </pc:spChg>
        <pc:spChg chg="del">
          <ac:chgData name="Prathibha M" userId="ac679b81af15d733" providerId="LiveId" clId="{4DDE42C9-A934-4D7F-8708-432F2A44FB14}" dt="2026-04-15T05:09:41.758" v="637"/>
          <ac:spMkLst>
            <pc:docMk/>
            <pc:sldMk cId="927273402" sldId="262"/>
            <ac:spMk id="3" creationId="{7D1F0FC1-9912-FA35-5584-99CE8E8E0E73}"/>
          </ac:spMkLst>
        </pc:spChg>
        <pc:spChg chg="add mod">
          <ac:chgData name="Prathibha M" userId="ac679b81af15d733" providerId="LiveId" clId="{4DDE42C9-A934-4D7F-8708-432F2A44FB14}" dt="2026-04-15T05:09:02.784" v="631"/>
          <ac:spMkLst>
            <pc:docMk/>
            <pc:sldMk cId="927273402" sldId="262"/>
            <ac:spMk id="4" creationId="{4DC78C6C-1743-8290-1EE3-59CD76BE4A65}"/>
          </ac:spMkLst>
        </pc:spChg>
        <pc:spChg chg="add mod">
          <ac:chgData name="Prathibha M" userId="ac679b81af15d733" providerId="LiveId" clId="{4DDE42C9-A934-4D7F-8708-432F2A44FB14}" dt="2026-04-15T05:10:18.643" v="641" actId="1076"/>
          <ac:spMkLst>
            <pc:docMk/>
            <pc:sldMk cId="927273402" sldId="262"/>
            <ac:spMk id="5" creationId="{ACB5063A-CAE3-9775-5E3D-BCA46E13D092}"/>
          </ac:spMkLst>
        </pc:spChg>
        <pc:spChg chg="add mod">
          <ac:chgData name="Prathibha M" userId="ac679b81af15d733" providerId="LiveId" clId="{4DDE42C9-A934-4D7F-8708-432F2A44FB14}" dt="2026-04-15T05:10:45.497" v="643" actId="207"/>
          <ac:spMkLst>
            <pc:docMk/>
            <pc:sldMk cId="927273402" sldId="262"/>
            <ac:spMk id="6" creationId="{92357417-E7D1-BFDD-18DB-2F455F712AEE}"/>
          </ac:spMkLst>
        </pc:spChg>
      </pc:sldChg>
      <pc:sldChg chg="addSp delSp modSp new mod">
        <pc:chgData name="Prathibha M" userId="ac679b81af15d733" providerId="LiveId" clId="{4DDE42C9-A934-4D7F-8708-432F2A44FB14}" dt="2026-04-15T05:12:44.250" v="655" actId="207"/>
        <pc:sldMkLst>
          <pc:docMk/>
          <pc:sldMk cId="18682048" sldId="263"/>
        </pc:sldMkLst>
        <pc:spChg chg="mod">
          <ac:chgData name="Prathibha M" userId="ac679b81af15d733" providerId="LiveId" clId="{4DDE42C9-A934-4D7F-8708-432F2A44FB14}" dt="2026-04-15T05:11:38.947" v="649" actId="113"/>
          <ac:spMkLst>
            <pc:docMk/>
            <pc:sldMk cId="18682048" sldId="263"/>
            <ac:spMk id="2" creationId="{418782BE-FC60-8028-676E-F294E6A2FA42}"/>
          </ac:spMkLst>
        </pc:spChg>
        <pc:spChg chg="del">
          <ac:chgData name="Prathibha M" userId="ac679b81af15d733" providerId="LiveId" clId="{4DDE42C9-A934-4D7F-8708-432F2A44FB14}" dt="2026-04-15T05:12:11.027" v="650"/>
          <ac:spMkLst>
            <pc:docMk/>
            <pc:sldMk cId="18682048" sldId="263"/>
            <ac:spMk id="3" creationId="{D9316E23-F384-AC4B-7A42-10A5DD0150C6}"/>
          </ac:spMkLst>
        </pc:spChg>
        <pc:spChg chg="add mod">
          <ac:chgData name="Prathibha M" userId="ac679b81af15d733" providerId="LiveId" clId="{4DDE42C9-A934-4D7F-8708-432F2A44FB14}" dt="2026-04-15T05:12:23.979" v="653" actId="1076"/>
          <ac:spMkLst>
            <pc:docMk/>
            <pc:sldMk cId="18682048" sldId="263"/>
            <ac:spMk id="4" creationId="{0104252F-3A30-D05B-A01A-19734B5BF301}"/>
          </ac:spMkLst>
        </pc:spChg>
        <pc:spChg chg="add mod">
          <ac:chgData name="Prathibha M" userId="ac679b81af15d733" providerId="LiveId" clId="{4DDE42C9-A934-4D7F-8708-432F2A44FB14}" dt="2026-04-15T05:12:44.250" v="655" actId="207"/>
          <ac:spMkLst>
            <pc:docMk/>
            <pc:sldMk cId="18682048" sldId="263"/>
            <ac:spMk id="5" creationId="{70535165-32DF-2839-B1AE-CEC5A52D9065}"/>
          </ac:spMkLst>
        </pc:spChg>
      </pc:sldChg>
      <pc:sldChg chg="addSp modSp new mod">
        <pc:chgData name="Prathibha M" userId="ac679b81af15d733" providerId="LiveId" clId="{4DDE42C9-A934-4D7F-8708-432F2A44FB14}" dt="2026-04-15T05:14:31.641" v="674" actId="207"/>
        <pc:sldMkLst>
          <pc:docMk/>
          <pc:sldMk cId="3327523402" sldId="264"/>
        </pc:sldMkLst>
        <pc:spChg chg="mod">
          <ac:chgData name="Prathibha M" userId="ac679b81af15d733" providerId="LiveId" clId="{4DDE42C9-A934-4D7F-8708-432F2A44FB14}" dt="2026-04-15T05:13:57.205" v="672" actId="122"/>
          <ac:spMkLst>
            <pc:docMk/>
            <pc:sldMk cId="3327523402" sldId="264"/>
            <ac:spMk id="2" creationId="{5E901FC2-3D01-4C7F-72B5-5E122BC23451}"/>
          </ac:spMkLst>
        </pc:spChg>
        <pc:spChg chg="add mod">
          <ac:chgData name="Prathibha M" userId="ac679b81af15d733" providerId="LiveId" clId="{4DDE42C9-A934-4D7F-8708-432F2A44FB14}" dt="2026-04-15T05:14:31.641" v="674" actId="207"/>
          <ac:spMkLst>
            <pc:docMk/>
            <pc:sldMk cId="3327523402" sldId="264"/>
            <ac:spMk id="3" creationId="{A38EB668-0FD3-1CBC-3C65-2023CEE7F67E}"/>
          </ac:spMkLst>
        </pc:spChg>
      </pc:sldChg>
      <pc:sldChg chg="new del">
        <pc:chgData name="Prathibha M" userId="ac679b81af15d733" providerId="LiveId" clId="{4DDE42C9-A934-4D7F-8708-432F2A44FB14}" dt="2026-04-15T05:13:09.384" v="657" actId="2696"/>
        <pc:sldMkLst>
          <pc:docMk/>
          <pc:sldMk cId="3492836626" sldId="264"/>
        </pc:sldMkLst>
      </pc:sldChg>
      <pc:sldMasterChg chg="modSp modSldLayout">
        <pc:chgData name="Prathibha M" userId="ac679b81af15d733" providerId="LiveId" clId="{4DDE42C9-A934-4D7F-8708-432F2A44FB14}" dt="2026-04-15T04:33:42.562" v="137"/>
        <pc:sldMasterMkLst>
          <pc:docMk/>
          <pc:sldMasterMk cId="2570035594" sldId="2147483684"/>
        </pc:sldMasterMkLst>
        <pc:spChg chg="mod">
          <ac:chgData name="Prathibha M" userId="ac679b81af15d733" providerId="LiveId" clId="{4DDE42C9-A934-4D7F-8708-432F2A44FB14}" dt="2026-04-15T04:33:42.562" v="137"/>
          <ac:spMkLst>
            <pc:docMk/>
            <pc:sldMasterMk cId="2570035594" sldId="2147483684"/>
            <ac:spMk id="2" creationId="{00000000-0000-0000-0000-000000000000}"/>
          </ac:spMkLst>
        </pc:spChg>
        <pc:spChg chg="mod">
          <ac:chgData name="Prathibha M" userId="ac679b81af15d733" providerId="LiveId" clId="{4DDE42C9-A934-4D7F-8708-432F2A44FB14}" dt="2026-04-15T04:33:42.562" v="137"/>
          <ac:spMkLst>
            <pc:docMk/>
            <pc:sldMasterMk cId="2570035594" sldId="2147483684"/>
            <ac:spMk id="3" creationId="{00000000-0000-0000-0000-000000000000}"/>
          </ac:spMkLst>
        </pc:spChg>
        <pc:spChg chg="mod">
          <ac:chgData name="Prathibha M" userId="ac679b81af15d733" providerId="LiveId" clId="{4DDE42C9-A934-4D7F-8708-432F2A44FB14}" dt="2026-04-15T04:33:42.562" v="137"/>
          <ac:spMkLst>
            <pc:docMk/>
            <pc:sldMasterMk cId="2570035594" sldId="2147483684"/>
            <ac:spMk id="4" creationId="{00000000-0000-0000-0000-000000000000}"/>
          </ac:spMkLst>
        </pc:spChg>
        <pc:spChg chg="mod">
          <ac:chgData name="Prathibha M" userId="ac679b81af15d733" providerId="LiveId" clId="{4DDE42C9-A934-4D7F-8708-432F2A44FB14}" dt="2026-04-15T04:33:42.562" v="137"/>
          <ac:spMkLst>
            <pc:docMk/>
            <pc:sldMasterMk cId="2570035594" sldId="2147483684"/>
            <ac:spMk id="5" creationId="{00000000-0000-0000-0000-000000000000}"/>
          </ac:spMkLst>
        </pc:spChg>
        <pc:spChg chg="mod">
          <ac:chgData name="Prathibha M" userId="ac679b81af15d733" providerId="LiveId" clId="{4DDE42C9-A934-4D7F-8708-432F2A44FB14}" dt="2026-04-15T04:33:42.562" v="137"/>
          <ac:spMkLst>
            <pc:docMk/>
            <pc:sldMasterMk cId="2570035594" sldId="2147483684"/>
            <ac:spMk id="6" creationId="{00000000-0000-0000-0000-000000000000}"/>
          </ac:spMkLst>
        </pc:spChg>
        <pc:sldLayoutChg chg="modSp">
          <pc:chgData name="Prathibha M" userId="ac679b81af15d733" providerId="LiveId" clId="{4DDE42C9-A934-4D7F-8708-432F2A44FB14}" dt="2026-04-15T04:33:42.562" v="137"/>
          <pc:sldLayoutMkLst>
            <pc:docMk/>
            <pc:sldMasterMk cId="2570035594" sldId="2147483684"/>
            <pc:sldLayoutMk cId="1770713912" sldId="2147483685"/>
          </pc:sldLayoutMkLst>
          <pc:spChg chg="mod">
            <ac:chgData name="Prathibha M" userId="ac679b81af15d733" providerId="LiveId" clId="{4DDE42C9-A934-4D7F-8708-432F2A44FB14}" dt="2026-04-15T04:33:42.562" v="137"/>
            <ac:spMkLst>
              <pc:docMk/>
              <pc:sldMasterMk cId="2570035594" sldId="2147483684"/>
              <pc:sldLayoutMk cId="1770713912" sldId="2147483685"/>
              <ac:spMk id="2" creationId="{00000000-0000-0000-0000-000000000000}"/>
            </ac:spMkLst>
          </pc:spChg>
          <pc:spChg chg="mod">
            <ac:chgData name="Prathibha M" userId="ac679b81af15d733" providerId="LiveId" clId="{4DDE42C9-A934-4D7F-8708-432F2A44FB14}" dt="2026-04-15T04:33:42.562" v="137"/>
            <ac:spMkLst>
              <pc:docMk/>
              <pc:sldMasterMk cId="2570035594" sldId="2147483684"/>
              <pc:sldLayoutMk cId="1770713912" sldId="2147483685"/>
              <ac:spMk id="3" creationId="{00000000-0000-0000-0000-000000000000}"/>
            </ac:spMkLst>
          </pc:spChg>
        </pc:sldLayoutChg>
        <pc:sldLayoutChg chg="modSp">
          <pc:chgData name="Prathibha M" userId="ac679b81af15d733" providerId="LiveId" clId="{4DDE42C9-A934-4D7F-8708-432F2A44FB14}" dt="2026-04-15T04:33:42.562" v="137"/>
          <pc:sldLayoutMkLst>
            <pc:docMk/>
            <pc:sldMasterMk cId="2570035594" sldId="2147483684"/>
            <pc:sldLayoutMk cId="1667384682" sldId="2147483687"/>
          </pc:sldLayoutMkLst>
          <pc:spChg chg="mod">
            <ac:chgData name="Prathibha M" userId="ac679b81af15d733" providerId="LiveId" clId="{4DDE42C9-A934-4D7F-8708-432F2A44FB14}" dt="2026-04-15T04:33:42.562" v="137"/>
            <ac:spMkLst>
              <pc:docMk/>
              <pc:sldMasterMk cId="2570035594" sldId="2147483684"/>
              <pc:sldLayoutMk cId="1667384682" sldId="2147483687"/>
              <ac:spMk id="2" creationId="{00000000-0000-0000-0000-000000000000}"/>
            </ac:spMkLst>
          </pc:spChg>
          <pc:spChg chg="mod">
            <ac:chgData name="Prathibha M" userId="ac679b81af15d733" providerId="LiveId" clId="{4DDE42C9-A934-4D7F-8708-432F2A44FB14}" dt="2026-04-15T04:33:42.562" v="137"/>
            <ac:spMkLst>
              <pc:docMk/>
              <pc:sldMasterMk cId="2570035594" sldId="2147483684"/>
              <pc:sldLayoutMk cId="1667384682" sldId="2147483687"/>
              <ac:spMk id="3" creationId="{00000000-0000-0000-0000-000000000000}"/>
            </ac:spMkLst>
          </pc:spChg>
        </pc:sldLayoutChg>
        <pc:sldLayoutChg chg="modSp">
          <pc:chgData name="Prathibha M" userId="ac679b81af15d733" providerId="LiveId" clId="{4DDE42C9-A934-4D7F-8708-432F2A44FB14}" dt="2026-04-15T04:33:42.562" v="137"/>
          <pc:sldLayoutMkLst>
            <pc:docMk/>
            <pc:sldMasterMk cId="2570035594" sldId="2147483684"/>
            <pc:sldLayoutMk cId="1052027614" sldId="2147483688"/>
          </pc:sldLayoutMkLst>
          <pc:spChg chg="mod">
            <ac:chgData name="Prathibha M" userId="ac679b81af15d733" providerId="LiveId" clId="{4DDE42C9-A934-4D7F-8708-432F2A44FB14}" dt="2026-04-15T04:33:42.562" v="137"/>
            <ac:spMkLst>
              <pc:docMk/>
              <pc:sldMasterMk cId="2570035594" sldId="2147483684"/>
              <pc:sldLayoutMk cId="1052027614" sldId="2147483688"/>
              <ac:spMk id="3" creationId="{00000000-0000-0000-0000-000000000000}"/>
            </ac:spMkLst>
          </pc:spChg>
          <pc:spChg chg="mod">
            <ac:chgData name="Prathibha M" userId="ac679b81af15d733" providerId="LiveId" clId="{4DDE42C9-A934-4D7F-8708-432F2A44FB14}" dt="2026-04-15T04:33:42.562" v="137"/>
            <ac:spMkLst>
              <pc:docMk/>
              <pc:sldMasterMk cId="2570035594" sldId="2147483684"/>
              <pc:sldLayoutMk cId="1052027614" sldId="2147483688"/>
              <ac:spMk id="4" creationId="{00000000-0000-0000-0000-000000000000}"/>
            </ac:spMkLst>
          </pc:spChg>
        </pc:sldLayoutChg>
        <pc:sldLayoutChg chg="modSp">
          <pc:chgData name="Prathibha M" userId="ac679b81af15d733" providerId="LiveId" clId="{4DDE42C9-A934-4D7F-8708-432F2A44FB14}" dt="2026-04-15T04:33:42.562" v="137"/>
          <pc:sldLayoutMkLst>
            <pc:docMk/>
            <pc:sldMasterMk cId="2570035594" sldId="2147483684"/>
            <pc:sldLayoutMk cId="3922686179" sldId="2147483689"/>
          </pc:sldLayoutMkLst>
          <pc:spChg chg="mod">
            <ac:chgData name="Prathibha M" userId="ac679b81af15d733" providerId="LiveId" clId="{4DDE42C9-A934-4D7F-8708-432F2A44FB14}" dt="2026-04-15T04:33:42.562" v="137"/>
            <ac:spMkLst>
              <pc:docMk/>
              <pc:sldMasterMk cId="2570035594" sldId="2147483684"/>
              <pc:sldLayoutMk cId="3922686179" sldId="2147483689"/>
              <ac:spMk id="2" creationId="{00000000-0000-0000-0000-000000000000}"/>
            </ac:spMkLst>
          </pc:spChg>
          <pc:spChg chg="mod">
            <ac:chgData name="Prathibha M" userId="ac679b81af15d733" providerId="LiveId" clId="{4DDE42C9-A934-4D7F-8708-432F2A44FB14}" dt="2026-04-15T04:33:42.562" v="137"/>
            <ac:spMkLst>
              <pc:docMk/>
              <pc:sldMasterMk cId="2570035594" sldId="2147483684"/>
              <pc:sldLayoutMk cId="3922686179" sldId="2147483689"/>
              <ac:spMk id="3" creationId="{00000000-0000-0000-0000-000000000000}"/>
            </ac:spMkLst>
          </pc:spChg>
          <pc:spChg chg="mod">
            <ac:chgData name="Prathibha M" userId="ac679b81af15d733" providerId="LiveId" clId="{4DDE42C9-A934-4D7F-8708-432F2A44FB14}" dt="2026-04-15T04:33:42.562" v="137"/>
            <ac:spMkLst>
              <pc:docMk/>
              <pc:sldMasterMk cId="2570035594" sldId="2147483684"/>
              <pc:sldLayoutMk cId="3922686179" sldId="2147483689"/>
              <ac:spMk id="4" creationId="{00000000-0000-0000-0000-000000000000}"/>
            </ac:spMkLst>
          </pc:spChg>
          <pc:spChg chg="mod">
            <ac:chgData name="Prathibha M" userId="ac679b81af15d733" providerId="LiveId" clId="{4DDE42C9-A934-4D7F-8708-432F2A44FB14}" dt="2026-04-15T04:33:42.562" v="137"/>
            <ac:spMkLst>
              <pc:docMk/>
              <pc:sldMasterMk cId="2570035594" sldId="2147483684"/>
              <pc:sldLayoutMk cId="3922686179" sldId="2147483689"/>
              <ac:spMk id="5" creationId="{00000000-0000-0000-0000-000000000000}"/>
            </ac:spMkLst>
          </pc:spChg>
          <pc:spChg chg="mod">
            <ac:chgData name="Prathibha M" userId="ac679b81af15d733" providerId="LiveId" clId="{4DDE42C9-A934-4D7F-8708-432F2A44FB14}" dt="2026-04-15T04:33:42.562" v="137"/>
            <ac:spMkLst>
              <pc:docMk/>
              <pc:sldMasterMk cId="2570035594" sldId="2147483684"/>
              <pc:sldLayoutMk cId="3922686179" sldId="2147483689"/>
              <ac:spMk id="6" creationId="{00000000-0000-0000-0000-000000000000}"/>
            </ac:spMkLst>
          </pc:spChg>
        </pc:sldLayoutChg>
        <pc:sldLayoutChg chg="modSp">
          <pc:chgData name="Prathibha M" userId="ac679b81af15d733" providerId="LiveId" clId="{4DDE42C9-A934-4D7F-8708-432F2A44FB14}" dt="2026-04-15T04:33:42.562" v="137"/>
          <pc:sldLayoutMkLst>
            <pc:docMk/>
            <pc:sldMasterMk cId="2570035594" sldId="2147483684"/>
            <pc:sldLayoutMk cId="2872769865" sldId="2147483692"/>
          </pc:sldLayoutMkLst>
          <pc:spChg chg="mod">
            <ac:chgData name="Prathibha M" userId="ac679b81af15d733" providerId="LiveId" clId="{4DDE42C9-A934-4D7F-8708-432F2A44FB14}" dt="2026-04-15T04:33:42.562" v="137"/>
            <ac:spMkLst>
              <pc:docMk/>
              <pc:sldMasterMk cId="2570035594" sldId="2147483684"/>
              <pc:sldLayoutMk cId="2872769865" sldId="2147483692"/>
              <ac:spMk id="2" creationId="{00000000-0000-0000-0000-000000000000}"/>
            </ac:spMkLst>
          </pc:spChg>
          <pc:spChg chg="mod">
            <ac:chgData name="Prathibha M" userId="ac679b81af15d733" providerId="LiveId" clId="{4DDE42C9-A934-4D7F-8708-432F2A44FB14}" dt="2026-04-15T04:33:42.562" v="137"/>
            <ac:spMkLst>
              <pc:docMk/>
              <pc:sldMasterMk cId="2570035594" sldId="2147483684"/>
              <pc:sldLayoutMk cId="2872769865" sldId="2147483692"/>
              <ac:spMk id="3" creationId="{00000000-0000-0000-0000-000000000000}"/>
            </ac:spMkLst>
          </pc:spChg>
          <pc:spChg chg="mod">
            <ac:chgData name="Prathibha M" userId="ac679b81af15d733" providerId="LiveId" clId="{4DDE42C9-A934-4D7F-8708-432F2A44FB14}" dt="2026-04-15T04:33:42.562" v="137"/>
            <ac:spMkLst>
              <pc:docMk/>
              <pc:sldMasterMk cId="2570035594" sldId="2147483684"/>
              <pc:sldLayoutMk cId="2872769865" sldId="2147483692"/>
              <ac:spMk id="4" creationId="{00000000-0000-0000-0000-000000000000}"/>
            </ac:spMkLst>
          </pc:spChg>
        </pc:sldLayoutChg>
        <pc:sldLayoutChg chg="modSp">
          <pc:chgData name="Prathibha M" userId="ac679b81af15d733" providerId="LiveId" clId="{4DDE42C9-A934-4D7F-8708-432F2A44FB14}" dt="2026-04-15T04:33:42.562" v="137"/>
          <pc:sldLayoutMkLst>
            <pc:docMk/>
            <pc:sldMasterMk cId="2570035594" sldId="2147483684"/>
            <pc:sldLayoutMk cId="1359766727" sldId="2147483693"/>
          </pc:sldLayoutMkLst>
          <pc:spChg chg="mod">
            <ac:chgData name="Prathibha M" userId="ac679b81af15d733" providerId="LiveId" clId="{4DDE42C9-A934-4D7F-8708-432F2A44FB14}" dt="2026-04-15T04:33:42.562" v="137"/>
            <ac:spMkLst>
              <pc:docMk/>
              <pc:sldMasterMk cId="2570035594" sldId="2147483684"/>
              <pc:sldLayoutMk cId="1359766727" sldId="2147483693"/>
              <ac:spMk id="2" creationId="{00000000-0000-0000-0000-000000000000}"/>
            </ac:spMkLst>
          </pc:spChg>
          <pc:spChg chg="mod">
            <ac:chgData name="Prathibha M" userId="ac679b81af15d733" providerId="LiveId" clId="{4DDE42C9-A934-4D7F-8708-432F2A44FB14}" dt="2026-04-15T04:33:42.562" v="137"/>
            <ac:spMkLst>
              <pc:docMk/>
              <pc:sldMasterMk cId="2570035594" sldId="2147483684"/>
              <pc:sldLayoutMk cId="1359766727" sldId="2147483693"/>
              <ac:spMk id="3" creationId="{00000000-0000-0000-0000-000000000000}"/>
            </ac:spMkLst>
          </pc:spChg>
          <pc:spChg chg="mod">
            <ac:chgData name="Prathibha M" userId="ac679b81af15d733" providerId="LiveId" clId="{4DDE42C9-A934-4D7F-8708-432F2A44FB14}" dt="2026-04-15T04:33:42.562" v="137"/>
            <ac:spMkLst>
              <pc:docMk/>
              <pc:sldMasterMk cId="2570035594" sldId="2147483684"/>
              <pc:sldLayoutMk cId="1359766727" sldId="2147483693"/>
              <ac:spMk id="4" creationId="{00000000-0000-0000-0000-000000000000}"/>
            </ac:spMkLst>
          </pc:spChg>
        </pc:sldLayoutChg>
        <pc:sldLayoutChg chg="modSp">
          <pc:chgData name="Prathibha M" userId="ac679b81af15d733" providerId="LiveId" clId="{4DDE42C9-A934-4D7F-8708-432F2A44FB14}" dt="2026-04-15T04:33:42.562" v="137"/>
          <pc:sldLayoutMkLst>
            <pc:docMk/>
            <pc:sldMasterMk cId="2570035594" sldId="2147483684"/>
            <pc:sldLayoutMk cId="1531275749" sldId="2147483695"/>
          </pc:sldLayoutMkLst>
          <pc:spChg chg="mod">
            <ac:chgData name="Prathibha M" userId="ac679b81af15d733" providerId="LiveId" clId="{4DDE42C9-A934-4D7F-8708-432F2A44FB14}" dt="2026-04-15T04:33:42.562" v="137"/>
            <ac:spMkLst>
              <pc:docMk/>
              <pc:sldMasterMk cId="2570035594" sldId="2147483684"/>
              <pc:sldLayoutMk cId="1531275749" sldId="2147483695"/>
              <ac:spMk id="2" creationId="{00000000-0000-0000-0000-000000000000}"/>
            </ac:spMkLst>
          </pc:spChg>
          <pc:spChg chg="mod">
            <ac:chgData name="Prathibha M" userId="ac679b81af15d733" providerId="LiveId" clId="{4DDE42C9-A934-4D7F-8708-432F2A44FB14}" dt="2026-04-15T04:33:42.562" v="137"/>
            <ac:spMkLst>
              <pc:docMk/>
              <pc:sldMasterMk cId="2570035594" sldId="2147483684"/>
              <pc:sldLayoutMk cId="1531275749" sldId="2147483695"/>
              <ac:spMk id="3" creationId="{00000000-0000-0000-0000-000000000000}"/>
            </ac:spMkLst>
          </pc:spChg>
        </pc:sldLayoutChg>
      </pc:sldMasterChg>
      <pc:sldMasterChg chg="setBg">
        <pc:chgData name="Prathibha M" userId="ac679b81af15d733" providerId="LiveId" clId="{4DDE42C9-A934-4D7F-8708-432F2A44FB14}" dt="2026-04-15T05:23:48.785" v="873"/>
        <pc:sldMasterMkLst>
          <pc:docMk/>
          <pc:sldMasterMk cId="2663898581" sldId="2147483696"/>
        </pc:sldMasterMkLst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6AE5E9-0558-47E4-8ECB-54AF45A45B34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C4A5E1-8D0F-4FDD-8C38-F2643AFAE1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68557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1C63E-80F1-447B-A0E4-A51198881F6A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38CBD-69A7-4980-86B2-FD8517D527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03169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1C63E-80F1-447B-A0E4-A51198881F6A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38CBD-69A7-4980-86B2-FD8517D527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56532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1C63E-80F1-447B-A0E4-A51198881F6A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38CBD-69A7-4980-86B2-FD8517D527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70111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1C63E-80F1-447B-A0E4-A51198881F6A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38CBD-69A7-4980-86B2-FD8517D527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96907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1C63E-80F1-447B-A0E4-A51198881F6A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38CBD-69A7-4980-86B2-FD8517D527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16471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1C63E-80F1-447B-A0E4-A51198881F6A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38CBD-69A7-4980-86B2-FD8517D527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81375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1C63E-80F1-447B-A0E4-A51198881F6A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38CBD-69A7-4980-86B2-FD8517D527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81507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1C63E-80F1-447B-A0E4-A51198881F6A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38CBD-69A7-4980-86B2-FD8517D527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39871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1C63E-80F1-447B-A0E4-A51198881F6A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38CBD-69A7-4980-86B2-FD8517D527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95713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1C63E-80F1-447B-A0E4-A51198881F6A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38CBD-69A7-4980-86B2-FD8517D527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10094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1C63E-80F1-447B-A0E4-A51198881F6A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38CBD-69A7-4980-86B2-FD8517D527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08567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81C63E-80F1-447B-A0E4-A51198881F6A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938CBD-69A7-4980-86B2-FD8517D527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38985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129CC38-F327-0922-8C0D-CD4D905C9B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7503" y="1915885"/>
            <a:ext cx="8168994" cy="3450772"/>
          </a:xfrm>
        </p:spPr>
        <p:txBody>
          <a:bodyPr>
            <a:normAutofit fontScale="25000" lnSpcReduction="20000"/>
          </a:bodyPr>
          <a:lstStyle/>
          <a:p>
            <a:r>
              <a:rPr lang="en-IN" sz="11200" b="1" dirty="0">
                <a:solidFill>
                  <a:schemeClr val="accent5"/>
                </a:solidFill>
              </a:rPr>
              <a:t>Internship Presentation By</a:t>
            </a:r>
          </a:p>
          <a:p>
            <a:endParaRPr lang="en-IN" sz="2800" b="1" dirty="0">
              <a:solidFill>
                <a:schemeClr val="accent5"/>
              </a:solidFill>
            </a:endParaRPr>
          </a:p>
          <a:p>
            <a:pPr algn="l"/>
            <a:r>
              <a:rPr lang="en-IN" sz="9600" dirty="0"/>
              <a:t>Intern name            	:    Mohammed Amanulla</a:t>
            </a:r>
          </a:p>
          <a:p>
            <a:pPr algn="l"/>
            <a:r>
              <a:rPr lang="en-IN" sz="9600" dirty="0"/>
              <a:t>Intern Designation 	:   Software Development Intern</a:t>
            </a:r>
          </a:p>
          <a:p>
            <a:pPr algn="l"/>
            <a:r>
              <a:rPr lang="en-IN" sz="9600" dirty="0"/>
              <a:t>USN                          	:    3VC22CD033</a:t>
            </a:r>
          </a:p>
          <a:p>
            <a:pPr algn="l"/>
            <a:r>
              <a:rPr lang="en-IN" sz="9600" dirty="0"/>
              <a:t>College                     	: Rao Bahadur Y Mahabaleswarappa</a:t>
            </a:r>
          </a:p>
          <a:p>
            <a:pPr algn="l"/>
            <a:r>
              <a:rPr lang="en-IN" sz="9600" dirty="0"/>
              <a:t>                                           Engineering College                             </a:t>
            </a:r>
          </a:p>
          <a:p>
            <a:pPr algn="l"/>
            <a:r>
              <a:rPr lang="en-IN" sz="9600" dirty="0"/>
              <a:t>Organisation            	: Pentagon Space Private Limited</a:t>
            </a:r>
          </a:p>
          <a:p>
            <a:pPr algn="l"/>
            <a:r>
              <a:rPr lang="en-IN" sz="9600" dirty="0"/>
              <a:t>Location                    	: Bengaluru, Vijayanagar</a:t>
            </a:r>
          </a:p>
          <a:p>
            <a:pPr algn="l"/>
            <a:endParaRPr lang="en-IN" sz="6000" dirty="0"/>
          </a:p>
          <a:p>
            <a:pPr algn="l"/>
            <a:endParaRPr lang="en-IN" dirty="0"/>
          </a:p>
          <a:p>
            <a:pPr algn="l"/>
            <a:r>
              <a:rPr lang="en-IN" sz="1500" dirty="0"/>
              <a:t> </a:t>
            </a:r>
          </a:p>
        </p:txBody>
      </p:sp>
      <p:pic>
        <p:nvPicPr>
          <p:cNvPr id="4" name="Picture 3" descr="CSE-A+.jpg">
            <a:extLst>
              <a:ext uri="{FF2B5EF4-FFF2-40B4-BE49-F238E27FC236}">
                <a16:creationId xmlns:a16="http://schemas.microsoft.com/office/drawing/2014/main" id="{5761C5B2-88DA-B9EF-5274-B47B0C1934CC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97972" y="152918"/>
            <a:ext cx="8860971" cy="1211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36168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B86FDD7-76E5-9268-D833-C769ECC38338}"/>
              </a:ext>
            </a:extLst>
          </p:cNvPr>
          <p:cNvSpPr/>
          <p:nvPr/>
        </p:nvSpPr>
        <p:spPr>
          <a:xfrm>
            <a:off x="293914" y="228600"/>
            <a:ext cx="8458200" cy="638991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9A5100C-D80A-BB0D-4AF7-2778BE44A5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ABOUT THE ORGANIZATION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C8B508C-2A5C-1A07-5C1D-A2C71A1822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267017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Pentagon Space Pvt Ltd</a:t>
            </a:r>
          </a:p>
          <a:p>
            <a:r>
              <a:rPr lang="en-IN" dirty="0"/>
              <a:t>  Located in </a:t>
            </a:r>
            <a:r>
              <a:rPr lang="en-IN" b="1" dirty="0"/>
              <a:t>Bengaluru, Karnataka</a:t>
            </a:r>
            <a:endParaRPr lang="en-US" dirty="0"/>
          </a:p>
          <a:p>
            <a:r>
              <a:rPr lang="en-US" dirty="0"/>
              <a:t>IT training and development company </a:t>
            </a:r>
          </a:p>
          <a:p>
            <a:r>
              <a:rPr lang="en-US" dirty="0"/>
              <a:t>Provides courses like Java Full Stack, Python Full Stack, Mern Full Stack.</a:t>
            </a:r>
          </a:p>
          <a:p>
            <a:r>
              <a:rPr lang="en-US" dirty="0"/>
              <a:t>Focus on practical and real-time learning </a:t>
            </a:r>
          </a:p>
          <a:p>
            <a:r>
              <a:rPr lang="en-US" dirty="0"/>
              <a:t>Provides hands-on project experience to students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552432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53A84D-2AE5-1BD8-CAC2-17D9B1510B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About The Departments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1AB6A-EA77-FD62-3E85-4F1D73CC1B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Training Department</a:t>
            </a:r>
            <a:r>
              <a:rPr lang="en-US" dirty="0"/>
              <a:t> – Java Full Stack Development</a:t>
            </a:r>
          </a:p>
          <a:p>
            <a:r>
              <a:rPr lang="en-US" b="1" dirty="0"/>
              <a:t>Development Department</a:t>
            </a:r>
            <a:r>
              <a:rPr lang="en-US" dirty="0"/>
              <a:t> – works on real-time projects </a:t>
            </a:r>
          </a:p>
          <a:p>
            <a:r>
              <a:rPr lang="en-US" b="1" dirty="0"/>
              <a:t>Placement Department</a:t>
            </a:r>
            <a:r>
              <a:rPr lang="en-US" dirty="0"/>
              <a:t> – supports interviews and job preparation </a:t>
            </a:r>
          </a:p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B868151-4482-D1E3-5157-91617B178489}"/>
              </a:ext>
            </a:extLst>
          </p:cNvPr>
          <p:cNvSpPr/>
          <p:nvPr/>
        </p:nvSpPr>
        <p:spPr>
          <a:xfrm>
            <a:off x="250371" y="250371"/>
            <a:ext cx="8610600" cy="63246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630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417E1-09D6-5008-A16A-EF91BE59D4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1006474"/>
          </a:xfrm>
        </p:spPr>
        <p:txBody>
          <a:bodyPr/>
          <a:lstStyle/>
          <a:p>
            <a:pPr algn="ctr"/>
            <a:r>
              <a:rPr lang="en-IN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Tasks Performed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6521DF3-EACF-6BEF-1C0C-DF1547659FC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46314" y="1575128"/>
            <a:ext cx="8069036" cy="46782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Learned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Core Java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(OOP – Object-Oriented Programming: Encapsulation, Inheritance, Polymorphism, Abstraction)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Completed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SQL (Structured Query Language)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(used for managing and querying data in database)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Created database connection using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JDBC (Java Database Connectivity)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Used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PostgreSQL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for storing data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Currently learning advanced concepts and project development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4C6DE20-0994-4C64-07DF-9797A47E3575}"/>
              </a:ext>
            </a:extLst>
          </p:cNvPr>
          <p:cNvSpPr/>
          <p:nvPr/>
        </p:nvSpPr>
        <p:spPr>
          <a:xfrm>
            <a:off x="239486" y="217714"/>
            <a:ext cx="8632371" cy="635725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47836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D634B-5DF0-1755-AA73-6AD2023282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98189F-EED8-3C9F-B902-2A82CE4C6F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4221" y="1509939"/>
            <a:ext cx="7886700" cy="4351338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endParaRPr lang="en-IN" b="1" dirty="0"/>
          </a:p>
          <a:p>
            <a:r>
              <a:rPr lang="en-IN" sz="3300" b="1" dirty="0"/>
              <a:t>Project: </a:t>
            </a:r>
            <a:r>
              <a:rPr lang="en-IN" sz="3300" b="1"/>
              <a:t>Student Score Management </a:t>
            </a:r>
            <a:r>
              <a:rPr lang="en-IN" sz="3300" b="1" dirty="0"/>
              <a:t>System (Ongoing)</a:t>
            </a:r>
            <a:endParaRPr lang="en-IN" sz="3300" dirty="0"/>
          </a:p>
          <a:p>
            <a:r>
              <a:rPr lang="en-IN" sz="3300" dirty="0"/>
              <a:t>Developed using Java and PostgreSQL </a:t>
            </a:r>
          </a:p>
          <a:p>
            <a:r>
              <a:rPr lang="en-IN" sz="3300" dirty="0"/>
              <a:t>Created database tables: </a:t>
            </a:r>
          </a:p>
          <a:p>
            <a:pPr lvl="1"/>
            <a:r>
              <a:rPr lang="en-IN" sz="3300" b="1" dirty="0"/>
              <a:t>Students table</a:t>
            </a:r>
            <a:r>
              <a:rPr lang="en-IN" sz="3300" dirty="0"/>
              <a:t> (stores student details) </a:t>
            </a:r>
          </a:p>
          <a:p>
            <a:pPr lvl="1"/>
            <a:r>
              <a:rPr lang="en-IN" sz="3300" b="1" dirty="0"/>
              <a:t>Courses table</a:t>
            </a:r>
            <a:r>
              <a:rPr lang="en-IN" sz="3300" dirty="0"/>
              <a:t> (stores course information) </a:t>
            </a:r>
          </a:p>
          <a:p>
            <a:pPr lvl="1"/>
            <a:r>
              <a:rPr lang="en-IN" sz="3300" b="1" dirty="0"/>
              <a:t>Enrolments table</a:t>
            </a:r>
            <a:r>
              <a:rPr lang="en-IN" sz="3300" dirty="0"/>
              <a:t> (stores student-course mapping) </a:t>
            </a:r>
          </a:p>
          <a:p>
            <a:r>
              <a:rPr lang="en-IN" sz="3300" dirty="0"/>
              <a:t>Connected application to database using</a:t>
            </a:r>
            <a:br>
              <a:rPr lang="en-IN" sz="3300" dirty="0"/>
            </a:br>
            <a:r>
              <a:rPr lang="en-IN" sz="3300" b="1" dirty="0"/>
              <a:t>JDBC (Java Database Connectivity)</a:t>
            </a:r>
            <a:r>
              <a:rPr lang="en-IN" sz="3300" dirty="0"/>
              <a:t> </a:t>
            </a:r>
          </a:p>
          <a:p>
            <a:r>
              <a:rPr lang="en-IN" sz="3300" dirty="0"/>
              <a:t>Loaded driver using Class.forName() </a:t>
            </a:r>
          </a:p>
          <a:p>
            <a:r>
              <a:rPr lang="en-IN" sz="3300" dirty="0"/>
              <a:t>Used properties file to store database details </a:t>
            </a:r>
          </a:p>
          <a:p>
            <a:r>
              <a:rPr lang="en-IN" sz="3300" dirty="0"/>
              <a:t>Managed project using Maven</a:t>
            </a:r>
          </a:p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A43E2B6-DFBC-94FC-1470-AEDED185E146}"/>
              </a:ext>
            </a:extLst>
          </p:cNvPr>
          <p:cNvSpPr/>
          <p:nvPr/>
        </p:nvSpPr>
        <p:spPr>
          <a:xfrm>
            <a:off x="228600" y="206829"/>
            <a:ext cx="8577943" cy="628604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14876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C18F0-7379-E756-695B-6F8D3DDF3A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solidFill>
                  <a:schemeClr val="accent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Results(on Going)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5F4633C-B704-6D47-E7E2-0B89B5EB9DE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59971" y="1816329"/>
            <a:ext cx="7380513" cy="20928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Successfully connected Java with database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Able to store and retrieve data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Basic backend functionality is working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Project is still under development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BCC827B-2312-14BF-265C-61C53D3C799A}"/>
              </a:ext>
            </a:extLst>
          </p:cNvPr>
          <p:cNvSpPr/>
          <p:nvPr/>
        </p:nvSpPr>
        <p:spPr>
          <a:xfrm>
            <a:off x="250371" y="239486"/>
            <a:ext cx="8599715" cy="625338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38723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A3707-A00B-40CA-8F53-2469A59F27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solidFill>
                  <a:schemeClr val="accent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Reflection Notes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ACB5063A-CAE3-9775-5E3D-BCA46E13D09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13039" y="1825398"/>
            <a:ext cx="7317921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Improved understanding of Java and SQL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Learned how database and application connect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Improved coding and problem-solving skills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Gaining real-time project experience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2357417-E7D1-BFDD-18DB-2F455F712AEE}"/>
              </a:ext>
            </a:extLst>
          </p:cNvPr>
          <p:cNvSpPr/>
          <p:nvPr/>
        </p:nvSpPr>
        <p:spPr>
          <a:xfrm>
            <a:off x="326571" y="365126"/>
            <a:ext cx="8447315" cy="612774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72734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782BE-FC60-8028-676E-F294E6A2FA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solidFill>
                  <a:schemeClr val="accent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104252F-3A30-D05B-A01A-19734B5BF30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15736" y="2102753"/>
            <a:ext cx="6919395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Internship is helping in practical learning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Gaining skills in Java Full Stack development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Project is in progress and learning is ongoing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0535165-32DF-2839-B1AE-CEC5A52D9065}"/>
              </a:ext>
            </a:extLst>
          </p:cNvPr>
          <p:cNvSpPr/>
          <p:nvPr/>
        </p:nvSpPr>
        <p:spPr>
          <a:xfrm>
            <a:off x="326571" y="365126"/>
            <a:ext cx="8447315" cy="612774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820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901FC2-3D01-4C7F-72B5-5E122BC23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313669"/>
            <a:ext cx="7886700" cy="1325563"/>
          </a:xfrm>
        </p:spPr>
        <p:txBody>
          <a:bodyPr/>
          <a:lstStyle/>
          <a:p>
            <a:pPr algn="ctr"/>
            <a:r>
              <a:rPr lang="en-IN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THANK YOU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38EB668-0FD3-1CBC-3C65-2023CEE7F67E}"/>
              </a:ext>
            </a:extLst>
          </p:cNvPr>
          <p:cNvSpPr/>
          <p:nvPr/>
        </p:nvSpPr>
        <p:spPr>
          <a:xfrm>
            <a:off x="326571" y="261257"/>
            <a:ext cx="8512629" cy="627017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75234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120</TotalTime>
  <Words>318</Words>
  <Application>Microsoft Office PowerPoint</Application>
  <PresentationFormat>On-screen Show (4:3)</PresentationFormat>
  <Paragraphs>60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PowerPoint Presentation</vt:lpstr>
      <vt:lpstr>ABOUT THE ORGANIZATION</vt:lpstr>
      <vt:lpstr>About The Departments</vt:lpstr>
      <vt:lpstr>Tasks Performed</vt:lpstr>
      <vt:lpstr>Implementation</vt:lpstr>
      <vt:lpstr>Results(on Going)</vt:lpstr>
      <vt:lpstr>Reflection Notes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Prathibha M</dc:creator>
  <cp:lastModifiedBy>Mohammed Ayan</cp:lastModifiedBy>
  <cp:revision>2</cp:revision>
  <dcterms:created xsi:type="dcterms:W3CDTF">2026-04-15T04:22:18Z</dcterms:created>
  <dcterms:modified xsi:type="dcterms:W3CDTF">2026-04-15T07:13:28Z</dcterms:modified>
</cp:coreProperties>
</file>